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_svg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0h</c:v>
                </c:pt>
                <c:pt idx="1">
                  <c:v>2h</c:v>
                </c:pt>
                <c:pt idx="2">
                  <c:v>4h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0h</c:v>
                </c:pt>
                <c:pt idx="1">
                  <c:v>2h</c:v>
                </c:pt>
                <c:pt idx="2">
                  <c:v>4h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2.5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_svg1.svg"/><Relationship Id="rId4" Type="http://schemas.openxmlformats.org/officeDocument/2006/relationships/image" Target="../media/image5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Live-cell imaging of translation</a:t>
            </a:r>
          </a:p>
        </p:txBody>
      </p:sp>
      <p:pic>
        <p:nvPicPr>
          <p:cNvPr id="3" name="Picture 2" descr="compo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858000" cy="3135086"/>
          </a:xfrm>
          <a:prstGeom prst="rect">
            <a:avLst/>
          </a:prstGeom>
        </p:spPr>
      </p:pic>
      <p:pic>
        <p:nvPicPr>
          <p:cNvPr id="4" name="Picture 3" descr="ba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463040"/>
            <a:ext cx="4023360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937760"/>
            <a:ext cx="6858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Single-mRNA translation sites tracked for 30 min</a:t>
            </a:r>
          </a:p>
          <a:p>
            <a:r>
              <a:rPr>
                <a:solidFill>
                  <a:srgbClr val="C00000"/>
                </a:solidFill>
              </a:rPr>
              <a:t>Red text stays red; </a:t>
            </a:r>
            <a:r>
              <a:rPr>
                <a:solidFill>
                  <a:srgbClr val="000060"/>
                </a:solidFill>
              </a:rPr>
              <a:t>dark navy text gets lifted; </a:t>
            </a:r>
            <a:r>
              <a:rPr>
                <a:solidFill>
                  <a:srgbClr val="808080"/>
                </a:solidFill>
              </a:rPr>
              <a:t>gray text inverts.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Shapes, lines and tables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Default blue shape, white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554480"/>
            <a:ext cx="2743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White box, black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554480"/>
            <a:ext cx="2743200" cy="109728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Yellow box, black text</a:t>
            </a:r>
          </a:p>
        </p:txBody>
      </p:sp>
      <p:sp>
        <p:nvSpPr>
          <p:cNvPr id="6" name="Oval 5"/>
          <p:cNvSpPr/>
          <p:nvPr/>
        </p:nvSpPr>
        <p:spPr>
          <a:xfrm>
            <a:off x="10058400" y="1554480"/>
            <a:ext cx="1645920" cy="1097280"/>
          </a:xfrm>
          <a:prstGeom prst="ellipse">
            <a:avLst/>
          </a:prstGeom>
          <a:solidFill>
            <a:srgbClr val="D9D9D9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light gray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3017520"/>
            <a:ext cx="54864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" y="3291840"/>
            <a:ext cx="54864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34640"/>
            <a:ext cx="5029200" cy="25146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4048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8768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figures: SVG and EMF</a:t>
            </a:r>
          </a:p>
        </p:txBody>
      </p:sp>
      <p:pic>
        <p:nvPicPr>
          <p:cNvPr id="3" name="Picture 2" descr="lineplot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1463040"/>
            <a:ext cx="5669280" cy="3968496"/>
          </a:xfrm>
          <a:prstGeom prst="rect">
            <a:avLst/>
          </a:prstGeom>
        </p:spPr>
      </p:pic>
      <p:pic>
        <p:nvPicPr>
          <p:cNvPr id="4" name="Picture 3" descr="lineplot.em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463040"/>
            <a:ext cx="5669280" cy="38429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Native chart and a micrograph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463040"/>
          <a:ext cx="5943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4" name="Picture 3" descr="micro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46304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